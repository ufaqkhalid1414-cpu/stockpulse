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6077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5" y="724205"/>
            <a:ext cx="380390" cy="38039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237744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MULTI-CHANNEL INVENTORY HUB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429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real market gaps into a focused product opportunity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4160520"/>
            <a:ext cx="1280160" cy="457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Ufaq Khalid  |  BSCS, University of Central Punjab, Gujranwala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Disconnected stock records cost real money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101600" dist="38100" dir="5400000" algn="bl" rotWithShape="0">
              <a:srgbClr val="1A23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0" y="2286000"/>
            <a:ext cx="822960" cy="822960"/>
          </a:xfrm>
          <a:prstGeom prst="ellipse">
            <a:avLst/>
          </a:prstGeom>
          <a:solidFill>
            <a:srgbClr val="12213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6310" y="2483510"/>
            <a:ext cx="427939" cy="4279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291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1.44%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776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annual sales lost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inventory shrinkage &amp;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 (NRF)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97680" y="192024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101600" dist="38100" dir="5400000" algn="bl" rotWithShape="0">
              <a:srgbClr val="1A2333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77840" y="2286000"/>
            <a:ext cx="822960" cy="822960"/>
          </a:xfrm>
          <a:prstGeom prst="ellipse">
            <a:avLst/>
          </a:prstGeom>
          <a:solidFill>
            <a:srgbClr val="12213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5350" y="248351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80560" y="3291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34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39776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lost sales from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overselling and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stockouts across channels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192024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101600" dist="38100" dir="5400000" algn="bl" rotWithShape="0">
              <a:srgbClr val="1A2333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26880" y="2286000"/>
            <a:ext cx="822960" cy="822960"/>
          </a:xfrm>
          <a:prstGeom prst="ellipse">
            <a:avLst/>
          </a:prstGeom>
          <a:solidFill>
            <a:srgbClr val="12213D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4390" y="248351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0" y="3291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8-12 hrs</a:t>
            </a:r>
            <a:endParaRPr lang="en-US" sz="34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39776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every week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manual stock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577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cause: the shop counter, the online store, and (sometimes) a warehouse spreadsheet never talk to each other.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WE'RE BUILDING FOR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Bilal — the multi-platform small seller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" y="198241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8013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Sells across 2-4 platforms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213055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shop + Shopify/WooCommerce + WhatsApp/Instagram + maybe a marketplace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8803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" y="3033979"/>
            <a:ext cx="332842" cy="33284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8529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50-500 products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1508760" y="318211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to track by memory, too few to justify enterprise software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9319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699" y="4085539"/>
            <a:ext cx="332842" cy="33284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39044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technical</a:t>
            </a:r>
            <a:endParaRPr lang="en-US" sz="1550" dirty="0"/>
          </a:p>
        </p:txBody>
      </p:sp>
      <p:sp>
        <p:nvSpPr>
          <p:cNvPr id="15" name="Text 10"/>
          <p:cNvSpPr txBox="1"/>
          <p:nvPr/>
        </p:nvSpPr>
        <p:spPr>
          <a:xfrm>
            <a:off x="1508760" y="423367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with WhatsApp and Excel — cannot configure complex dashboards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9834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699" y="5137099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49560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Anxious about overselling</a:t>
            </a:r>
            <a:endParaRPr lang="en-US" sz="1550" dirty="0"/>
          </a:p>
        </p:txBody>
      </p:sp>
      <p:sp>
        <p:nvSpPr>
          <p:cNvPr id="19" name="Text 13"/>
          <p:cNvSpPr txBox="1"/>
          <p:nvPr/>
        </p:nvSpPr>
        <p:spPr>
          <a:xfrm>
            <a:off x="1508760" y="528523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Constantly unsure which stock number is actually correct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675120" y="1828800"/>
            <a:ext cx="4846320" cy="3840480"/>
          </a:xfrm>
          <a:prstGeom prst="roundRect">
            <a:avLst>
              <a:gd name="adj" fmla="val 2857"/>
            </a:avLst>
          </a:prstGeom>
          <a:solidFill>
            <a:srgbClr val="1A2E52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7086600" y="219456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want a smart assistant handling my stock and texting me the summary — not another dashboard I have to learn."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7086600" y="4389120"/>
            <a:ext cx="731520" cy="3657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7086600" y="45720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he values most: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 over features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trustworthy number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delivered to him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GAPS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tools already exist — here's where they fail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308860"/>
            <a:ext cx="731520" cy="731520"/>
          </a:xfrm>
          <a:prstGeom prst="ellipse">
            <a:avLst/>
          </a:prstGeom>
          <a:solidFill>
            <a:srgbClr val="12213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5" y="24844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1031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for scale, not small sellers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587752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multi-channel tools run $129-$349+/month — unaffordable for a 100-product shop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26480" y="196596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55080" y="2308860"/>
            <a:ext cx="731520" cy="731520"/>
          </a:xfrm>
          <a:prstGeom prst="ellipse">
            <a:avLst/>
          </a:prstGeom>
          <a:solidFill>
            <a:srgbClr val="12213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645" y="248442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21031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complex to actually use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269480" y="2587752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learning curves mean small owners abandon the tool within days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70332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4046220"/>
            <a:ext cx="731520" cy="731520"/>
          </a:xfrm>
          <a:prstGeom prst="ellipse">
            <a:avLst/>
          </a:prstGeom>
          <a:solidFill>
            <a:srgbClr val="12213D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05" y="422178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91640" y="38404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delays cause the exact problem they claim to solve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691640" y="4325112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tools update on intervals, not instantly — a burst of sales can still oversell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126480" y="370332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55080" y="4046220"/>
            <a:ext cx="731520" cy="731520"/>
          </a:xfrm>
          <a:prstGeom prst="ellipse">
            <a:avLst/>
          </a:prstGeom>
          <a:solidFill>
            <a:srgbClr val="12213D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0645" y="4221785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69480" y="38404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Shopify's own tools stop at its own ecosystem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7269480" y="4325112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auto-sync with external POS/marketplaces, no unified dashboard for outside channels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GAPS (CONTINUED)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gaps that matter most for our positioning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221992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5" y="2397557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10312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is a side feature, not the main experience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532888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WhatsApp AI agents bundle inventory into broad sales/support platforms — not built around a simple daily report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3685032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05" y="3860597"/>
            <a:ext cx="380390" cy="38039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737360" y="356616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analytics buried as "advanced" reporting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737360" y="3995928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Month-over-month insight isn't made simple or central for a non-technical small seller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148072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05" y="5323637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37360" y="50292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hidden behind "contact sales"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737360" y="5458968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shows this actively discourages trust from small business owners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the underlying tech (real-time multi-channel sync) is proven — the gap is an affordable, WhatsApp-first version built specifically for small sellers.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features that close the gap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1A2E5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94560"/>
            <a:ext cx="777240" cy="77724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8" y="238109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 Hub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383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main stock number — up to 3 connected platforms check in/out automatically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26480" y="192024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1A2E52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0" y="2194560"/>
            <a:ext cx="777240" cy="77724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338" y="238109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00800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WhatsApp Reporting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400800" y="3383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summary sent straight to WhatsApp — ask questions, get instant replies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11480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1A2E52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389120"/>
            <a:ext cx="777240" cy="77724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498" y="457565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" y="5257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Analytics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5577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Month-over-month % change, shown as simple charts and plain-language insight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26480" y="411480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1A2E52"/>
          </a:solidFill>
          <a:ln/>
        </p:spPr>
      </p:sp>
      <p:sp>
        <p:nvSpPr>
          <p:cNvPr id="20" name="Shape 15"/>
          <p:cNvSpPr/>
          <p:nvPr/>
        </p:nvSpPr>
        <p:spPr>
          <a:xfrm>
            <a:off x="6400800" y="4389120"/>
            <a:ext cx="777240" cy="77724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7338" y="457565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400800" y="5257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Non-Technical Dashboard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0" y="5577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Color-coded, plain language — built for owners who don't read code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Positioned where competitors are weak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920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Competitor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920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11064240" cy="0"/>
          </a:xfrm>
          <a:prstGeom prst="line">
            <a:avLst/>
          </a:prstGeom>
          <a:noFill/>
          <a:ln w="12700">
            <a:solidFill>
              <a:srgbClr val="D5D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5603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7614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onboarding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276148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Enterprise: costly, sales-call gated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276148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Us: simple, self-serve, under 30 min setup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8130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channel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381304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as a side feature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381304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Us: WhatsApp-first, dashboard secondary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8646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seller size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48646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10+ channel enterprises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48646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Us: focused on the 2-4 platform seller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7150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9161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presentation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291840" y="59161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numbers, spreadsheet-style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591616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Us: plain-language insight ("+18% vs last month")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STATUS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progress — research done, field validation next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3931920"/>
          </a:xfrm>
          <a:prstGeom prst="roundRect">
            <a:avLst>
              <a:gd name="adj" fmla="val 2791"/>
            </a:avLst>
          </a:prstGeom>
          <a:solidFill>
            <a:srgbClr val="1A2E5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945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2337206"/>
            <a:ext cx="309067" cy="30906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286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(Desk Research)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9718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Problem confirmed with real industry data (NRF, retail research)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8404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Competitive landscape mapped — real tools, real pricing, real gaps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7091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ICP defined with specific, testable traits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63640" y="1920240"/>
            <a:ext cx="5349240" cy="3931920"/>
          </a:xfrm>
          <a:prstGeom prst="roundRect">
            <a:avLst>
              <a:gd name="adj" fmla="val 2791"/>
            </a:avLst>
          </a:prstGeom>
          <a:solidFill>
            <a:srgbClr val="1A2E52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0" y="2194560"/>
            <a:ext cx="594360" cy="59436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326" y="2337206"/>
            <a:ext cx="309067" cy="30906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315200" y="2286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(Field Validation)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0" y="29718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Talk to 5-10 real multi-platform sellers about the problem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6583680" y="38404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Manually run a WhatsApp report for one pilot business, 1 week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6583680" y="47091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Confirm the pilot owner would actually want this automated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ROADMAP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phases, built and tested in order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011680" cy="3108960"/>
          </a:xfrm>
          <a:prstGeom prst="roundRect">
            <a:avLst>
              <a:gd name="adj" fmla="val 4545"/>
            </a:avLst>
          </a:prstGeom>
          <a:solidFill>
            <a:srgbClr val="1221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606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383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Hub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8862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Database, real-time sync, check-in/out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78608" y="3794760"/>
            <a:ext cx="201168" cy="228600"/>
          </a:xfrm>
          <a:prstGeom prst="rightArrow">
            <a:avLst/>
          </a:prstGeom>
          <a:solidFill>
            <a:srgbClr val="5B6B85"/>
          </a:solidFill>
          <a:ln/>
        </p:spPr>
      </p:sp>
      <p:sp>
        <p:nvSpPr>
          <p:cNvPr id="9" name="Shape 7"/>
          <p:cNvSpPr/>
          <p:nvPr/>
        </p:nvSpPr>
        <p:spPr>
          <a:xfrm>
            <a:off x="2788920" y="2377440"/>
            <a:ext cx="2011680" cy="3108960"/>
          </a:xfrm>
          <a:prstGeom prst="roundRect">
            <a:avLst>
              <a:gd name="adj" fmla="val 4545"/>
            </a:avLst>
          </a:prstGeom>
          <a:solidFill>
            <a:srgbClr val="1221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88920" y="2606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3383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38862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comparison, % change, charts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18888" y="3794760"/>
            <a:ext cx="201168" cy="228600"/>
          </a:xfrm>
          <a:prstGeom prst="rightArrow">
            <a:avLst/>
          </a:prstGeom>
          <a:solidFill>
            <a:srgbClr val="5B6B85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2377440"/>
            <a:ext cx="2011680" cy="3108960"/>
          </a:xfrm>
          <a:prstGeom prst="roundRect">
            <a:avLst>
              <a:gd name="adj" fmla="val 4545"/>
            </a:avLst>
          </a:prstGeom>
          <a:solidFill>
            <a:srgbClr val="1221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29200" y="2606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3383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AI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166360" y="38862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setup, daily report, Q&amp;A agent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59168" y="3794760"/>
            <a:ext cx="201168" cy="228600"/>
          </a:xfrm>
          <a:prstGeom prst="rightArrow">
            <a:avLst/>
          </a:prstGeom>
          <a:solidFill>
            <a:srgbClr val="5B6B85"/>
          </a:solidFill>
          <a:ln/>
        </p:spPr>
      </p:sp>
      <p:sp>
        <p:nvSpPr>
          <p:cNvPr id="19" name="Shape 17"/>
          <p:cNvSpPr/>
          <p:nvPr/>
        </p:nvSpPr>
        <p:spPr>
          <a:xfrm>
            <a:off x="7269480" y="2377440"/>
            <a:ext cx="2011680" cy="3108960"/>
          </a:xfrm>
          <a:prstGeom prst="roundRect">
            <a:avLst>
              <a:gd name="adj" fmla="val 4545"/>
            </a:avLst>
          </a:prstGeom>
          <a:solidFill>
            <a:srgbClr val="1221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269480" y="2606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3383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38862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language, color-coded, pilot test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299448" y="3794760"/>
            <a:ext cx="201168" cy="228600"/>
          </a:xfrm>
          <a:prstGeom prst="rightArrow">
            <a:avLst/>
          </a:prstGeom>
          <a:solidFill>
            <a:srgbClr val="5B6B85"/>
          </a:solidFill>
          <a:ln/>
        </p:spPr>
      </p:sp>
      <p:sp>
        <p:nvSpPr>
          <p:cNvPr id="24" name="Shape 22"/>
          <p:cNvSpPr/>
          <p:nvPr/>
        </p:nvSpPr>
        <p:spPr>
          <a:xfrm>
            <a:off x="9509760" y="2377440"/>
            <a:ext cx="2011680" cy="3108960"/>
          </a:xfrm>
          <a:prstGeom prst="roundRect">
            <a:avLst>
              <a:gd name="adj" fmla="val 4545"/>
            </a:avLst>
          </a:prstGeom>
          <a:solidFill>
            <a:srgbClr val="CADC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509760" y="2606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2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26" name="Text 24"/>
          <p:cNvSpPr txBox="1"/>
          <p:nvPr/>
        </p:nvSpPr>
        <p:spPr>
          <a:xfrm>
            <a:off x="9646920" y="3383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App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9646920" y="38862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distribution, future goal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8648" y="14630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104" y="1682496"/>
            <a:ext cx="475488" cy="475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validate it — then build it.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547208" y="4343400"/>
            <a:ext cx="1097280" cy="3657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Ufaq Khalid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718</Words>
  <Application>Microsoft Office PowerPoint</Application>
  <PresentationFormat>Widescreen</PresentationFormat>
  <Paragraphs>118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G1F24UBSCS138 - UFAQ KHALID</cp:lastModifiedBy>
  <cp:revision>2</cp:revision>
  <dcterms:created xsi:type="dcterms:W3CDTF">2026-09-15T19:39:52Z</dcterms:created>
  <dcterms:modified xsi:type="dcterms:W3CDTF">2026-09-15T19:46:35Z</dcterms:modified>
</cp:coreProperties>
</file>